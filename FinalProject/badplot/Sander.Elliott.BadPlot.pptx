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 Samuel Elliott" userId="b1b54b27-8a24-4c32-9c06-c573bac74f62" providerId="ADAL" clId="{0301327E-41E9-4D96-8197-A58A4B33A40B}"/>
    <pc:docChg chg="custSel addSld delSld modSld">
      <pc:chgData name="Sander Samuel Elliott" userId="b1b54b27-8a24-4c32-9c06-c573bac74f62" providerId="ADAL" clId="{0301327E-41E9-4D96-8197-A58A4B33A40B}" dt="2026-04-30T11:23:26.295" v="614" actId="20577"/>
      <pc:docMkLst>
        <pc:docMk/>
      </pc:docMkLst>
      <pc:sldChg chg="new del">
        <pc:chgData name="Sander Samuel Elliott" userId="b1b54b27-8a24-4c32-9c06-c573bac74f62" providerId="ADAL" clId="{0301327E-41E9-4D96-8197-A58A4B33A40B}" dt="2026-04-30T11:04:25.017" v="2" actId="2696"/>
        <pc:sldMkLst>
          <pc:docMk/>
          <pc:sldMk cId="745152319" sldId="256"/>
        </pc:sldMkLst>
      </pc:sldChg>
      <pc:sldChg chg="addSp delSp modSp new mod">
        <pc:chgData name="Sander Samuel Elliott" userId="b1b54b27-8a24-4c32-9c06-c573bac74f62" providerId="ADAL" clId="{0301327E-41E9-4D96-8197-A58A4B33A40B}" dt="2026-04-30T11:23:26.295" v="614" actId="20577"/>
        <pc:sldMkLst>
          <pc:docMk/>
          <pc:sldMk cId="3603249078" sldId="257"/>
        </pc:sldMkLst>
        <pc:spChg chg="del mod">
          <ac:chgData name="Sander Samuel Elliott" userId="b1b54b27-8a24-4c32-9c06-c573bac74f62" providerId="ADAL" clId="{0301327E-41E9-4D96-8197-A58A4B33A40B}" dt="2026-04-30T11:20:02.540" v="71" actId="478"/>
          <ac:spMkLst>
            <pc:docMk/>
            <pc:sldMk cId="3603249078" sldId="257"/>
            <ac:spMk id="2" creationId="{8538325C-E762-45B4-FC51-3A232C884F7F}"/>
          </ac:spMkLst>
        </pc:spChg>
        <pc:spChg chg="mod">
          <ac:chgData name="Sander Samuel Elliott" userId="b1b54b27-8a24-4c32-9c06-c573bac74f62" providerId="ADAL" clId="{0301327E-41E9-4D96-8197-A58A4B33A40B}" dt="2026-04-30T11:23:26.295" v="614" actId="20577"/>
          <ac:spMkLst>
            <pc:docMk/>
            <pc:sldMk cId="3603249078" sldId="257"/>
            <ac:spMk id="3" creationId="{5192F1B1-8FC2-48D5-9D56-85857599E008}"/>
          </ac:spMkLst>
        </pc:spChg>
        <pc:spChg chg="add del mod">
          <ac:chgData name="Sander Samuel Elliott" userId="b1b54b27-8a24-4c32-9c06-c573bac74f62" providerId="ADAL" clId="{0301327E-41E9-4D96-8197-A58A4B33A40B}" dt="2026-04-30T11:20:13.865" v="73" actId="478"/>
          <ac:spMkLst>
            <pc:docMk/>
            <pc:sldMk cId="3603249078" sldId="257"/>
            <ac:spMk id="7" creationId="{F6EDCF9D-99F0-F147-6780-341FC3C7DEDC}"/>
          </ac:spMkLst>
        </pc:spChg>
        <pc:picChg chg="add mod ord">
          <ac:chgData name="Sander Samuel Elliott" userId="b1b54b27-8a24-4c32-9c06-c573bac74f62" providerId="ADAL" clId="{0301327E-41E9-4D96-8197-A58A4B33A40B}" dt="2026-04-30T11:20:17.875" v="74" actId="167"/>
          <ac:picMkLst>
            <pc:docMk/>
            <pc:sldMk cId="3603249078" sldId="257"/>
            <ac:picMk id="5" creationId="{77CEC78B-1A96-C428-A56B-82B2DF9F19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692B-3565-FEFD-9C2B-631FA66C6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08714-0D2E-596B-15FD-4E75EC649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C7A8C-90B1-E567-5C06-A86F503D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AE23E-E216-E9B7-8541-548E751C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F9941-61FC-6A85-CC16-CD217E93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9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0A85-37E0-A205-CAC9-F8F9AF0A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0228-6232-0F79-8407-5CD623D97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4FF96-C571-9387-9A41-766D37C6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D2BFD-788F-24F3-1877-8E5DFF46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58817-A6F2-FF2A-D24B-98EFD4CC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2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FBAB-7975-E970-1EC0-DF4346E2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1EC76-3EC2-604A-AB30-8930DB863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26EE-9CCE-A720-41E0-0AC2DCB9F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21F7A-C698-46E1-1FC8-14F59519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84A1D-26F3-0BEC-2AD0-0D5A1312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59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2A71-59D2-1650-15D0-C3A6BBBA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886B-0940-9A28-58F5-2C0942DA2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7DB0-3BB9-983D-80DB-9E4D5A986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F1C51-DE9C-B8AE-3A4F-72E0B6CA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33D91-E597-59C4-BBDA-509F4CAE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C1573-3475-298F-A51B-C8584318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5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23B0-6A3C-9E87-E8C5-F0C3EE48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10C32-67AF-8254-CFB0-9CB29806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38257-762B-AEEB-68DC-933607E9E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8E13C-4C10-B785-2026-F3F2FD19A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0E4CB-D922-2768-81AE-A7EF1652C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3501B-2E02-A228-A00C-6854CAD5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D7591-7649-ACD3-3926-D82B0BA8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F13F8-6EB9-098F-77FE-EC6B36CF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9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887D-1EC5-EB7B-61B1-D61FACC0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40569-C2E3-1E0A-C524-2F35B77A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3C1BE-CD56-5E8A-D88F-93FE8707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FE6CE-F283-3706-E465-CBD76807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DA139-E253-938A-86E2-CA1401D3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9A1AC-9000-6364-9113-C19B6CE5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5E6F8-4E45-EB79-CFC1-A7D163C5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2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875F-CD54-C598-2225-A021A8DF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DB9D-78AE-0C7F-A5CB-68C22E034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03671-A68D-ABE3-6E29-5A473B569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39E2D-E4B4-3A94-0525-F7147CD7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DBC01-78BF-0692-8BE8-8D11FF33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8DD83-658A-0E62-A79B-D15A83C9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6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18EC-83A0-6642-2C29-28E8D764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0BEC-51B5-B824-3F8E-D1E4C5890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5F32F-C450-D479-1518-C966A18DA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EE4CD-5B5F-2966-2CD9-B109253B7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AF639-CF7E-2D5A-E47D-C17DDAF0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4427E-5BCB-9028-47C5-6857CB81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9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A69C-A7CE-1D4B-157D-9147A360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1C611-32F2-2847-3104-FB658123C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12945-3F29-1315-FC6F-B6FE81B0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CED31-B0C2-2539-6D1B-42971177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A567D-52AB-3A6F-B78F-512F1B70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0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7A321-78C3-EFE5-5892-BBFAD192E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FC18F-B644-8E0B-4672-B78941223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3AD3-7E4D-45FE-EEB1-90C2F75F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7BC81-41F6-612A-A31B-1848B1DA9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8153B-0F7C-CFC0-DB64-6DBFD3CA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7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251CB-9368-40E2-E5D1-DD49E32D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3C0D4-A4FA-FC8D-BB75-3C3ECE8F1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9499D-F17F-EA38-A965-DB88B58DA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BCC11-A734-4D3B-8AF5-4C6475CC41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2E441-06D9-5990-03F9-AD1A04F8B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D0C8A-7352-F088-33CF-3C9FFCC9A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6450C-BE4E-42FB-9A57-EEA95E43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4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EC78B-1A96-C428-A56B-82B2DF9F1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36" y="0"/>
            <a:ext cx="10875264" cy="44834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F1B1-8FC2-48D5-9D56-85857599E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3431"/>
            <a:ext cx="10515600" cy="172240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Shows flow in Penobscot River overlaid with detection history plot from multiple rivers</a:t>
            </a:r>
          </a:p>
          <a:p>
            <a:r>
              <a:rPr lang="en-US" dirty="0"/>
              <a:t>Color corresponds to receiver serial number of which there are over 200</a:t>
            </a:r>
          </a:p>
          <a:p>
            <a:r>
              <a:rPr lang="en-US" dirty="0"/>
              <a:t>2 legends, serial number can not and should not actually represent all the serial numbers</a:t>
            </a:r>
          </a:p>
          <a:p>
            <a:r>
              <a:rPr lang="en-US" dirty="0"/>
              <a:t>No legend identifying what that the lines on y axis are individual fish</a:t>
            </a:r>
          </a:p>
          <a:p>
            <a:r>
              <a:rPr lang="en-US" dirty="0"/>
              <a:t>Flow legend is placed really well </a:t>
            </a:r>
          </a:p>
          <a:p>
            <a:r>
              <a:rPr lang="en-US" dirty="0"/>
              <a:t>Second y axis pretty much nonsense (</a:t>
            </a:r>
            <a:r>
              <a:rPr lang="en-US" dirty="0" err="1"/>
              <a:t>fishID</a:t>
            </a:r>
            <a:r>
              <a:rPr lang="en-US" dirty="0"/>
              <a:t> on </a:t>
            </a:r>
            <a:r>
              <a:rPr lang="en-US"/>
              <a:t>a scale)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249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University Of Maine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 Samuel Elliott</dc:creator>
  <cp:lastModifiedBy>Sander Samuel Elliott</cp:lastModifiedBy>
  <cp:revision>1</cp:revision>
  <dcterms:created xsi:type="dcterms:W3CDTF">2026-04-30T11:03:10Z</dcterms:created>
  <dcterms:modified xsi:type="dcterms:W3CDTF">2026-04-30T11:23:27Z</dcterms:modified>
</cp:coreProperties>
</file>